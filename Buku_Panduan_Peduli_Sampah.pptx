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F3D0"/>
                </a:solidFill>
              </a:defRPr>
            </a:pPr>
            <a:r>
              <a:t>BUKU PANDUAN PENGGUNA • USER MANUAL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PEDULI SAMPAH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Sistem Informasi Pengelolaan &amp; Bank Sampah Berbasis Web Terpadu</a:t>
            </a:r>
          </a:p>
          <a:p>
            <a:br/>
            <a:br/>
            <a:pPr>
              <a:defRPr sz="1200">
                <a:solidFill>
                  <a:srgbClr val="CBD5E1"/>
                </a:solidFill>
              </a:defRPr>
            </a:pPr>
            <a:r>
              <a:t>Disusun Oleh:</a:t>
            </a:r>
            <a:br/>
            <a:r>
              <a:t>Muhammad Habibi El Islami</a:t>
            </a:r>
            <a:br/>
            <a:r>
              <a:t>Tugas Ujian Tengah Semester (UTS) Pemrograman Web</a:t>
            </a:r>
            <a:br/>
            <a:r>
              <a:t>Next.js 15 • PostgreSQL • Prisma ORM • Tailwind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EDISI 2026</a:t>
            </a:r>
          </a:p>
          <a:p>
            <a:br/>
            <a:pPr>
              <a:defRPr sz="1400">
                <a:solidFill>
                  <a:srgbClr val="ECFDF5"/>
                </a:solidFill>
              </a:defRPr>
            </a:pPr>
            <a:r>
              <a:t>✓ Role Warga &amp; Admin</a:t>
            </a:r>
            <a:br/>
            <a:r>
              <a:t>✓ Transaksi Bank Sampah</a:t>
            </a:r>
            <a:br/>
            <a:r>
              <a:t>✓ Laporan &amp; Foto Autentik</a:t>
            </a:r>
            <a:br/>
            <a:r>
              <a:t>✓ Relasi 1:1, 1:N, N:N</a:t>
            </a:r>
            <a:br/>
            <a:r>
              <a:t>✓ Deployment Live 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4E3B"/>
                </a:solidFill>
              </a:defRPr>
            </a:pPr>
            <a:r>
              <a:t>OVERVIEW DOKUMEN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Daftar Isi &amp; Tujuan Panduan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Struktur panduan lengkap untuk kemudahan navigasi pengguna.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📑 DAFTAR KONTEN UTAMA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1. Pendahuluan &amp; Arsitektur Sistem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2. Matriks Hak Akses (Role Warga vs Admin)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3. Panduan Pengguna: Registrasi &amp; Login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4. Panduan Warga: Laporan Pengaduan + Bukti Foto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5. Panduan Warga: Transaksi Setor Bank Sampah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6. Panduan Admin: Validasi Setoran &amp; Pengguna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7. Panduan Admin: Master Data &amp; Fasilitas (N:N)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8. Relasi Database (ERD) &amp; Panduan Troubleshooting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🎯 TUJUAN DAN SASARAN APLIKASI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1. Digitalisasi Bank Sampah:</a:t>
            </a:r>
            <a:br/>
            <a:r>
              <a:t>Memfasilitasi warga mencatat setoran sampah daur ulang dan menerima reward berupa saldo &amp; poin.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2. Transparansi Pengaduan Publik:</a:t>
            </a:r>
            <a:br/>
            <a:r>
              <a:t>Menyediakan kanal pelaporan tumpukan sampah liar dengan bukti foto dan data berat akurat.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3. Efisiensi Pengawasan Kota:</a:t>
            </a:r>
            <a:br/>
            <a:r>
              <a:t>Admin dapat memantau perputaran sampah, verifikasi setor, dan persebaran fasilitas secara terpadu.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4E3B"/>
                </a:solidFill>
              </a:defRPr>
            </a:pPr>
            <a:r>
              <a:t>HAK AKSES PENGGUNA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Matriks Peran: Warga (User) vs Administrator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Pembagian fitur dan wewenang operasional pada sistem Peduli Sampah.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4E3B"/>
                </a:solidFill>
              </a:defRPr>
            </a:pPr>
            <a:r>
              <a:t>👤 ROLE WARGA / MASYARAKAT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✓ Registrasi Akun Warga Baru mandiri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✓ Login Akun Warga dengan JWT Cookie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✓ Dashboard Ringkasan Laporan, Berat, &amp; Poin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✓ Membuat Pengaduan Sampah + Upload Foto (1:1)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✓ Transaksi Setor Sampah + Estimasi Otomatis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✓ Melihat Riwayat Laporan Pribadi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✓ Mengubah Profil &amp; Ganti Kata Sandi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4E3B"/>
                </a:solidFill>
              </a:defRPr>
            </a:pPr>
            <a:r>
              <a:t>🛡️ ROLE ADMINISTRATOR PENGELOLA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✓ Dashboard Ikhtisar Statistik Sampah Kota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✓ Validasi &amp; Verifikasi Transaksi (Selesai/Tolak)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✓ Monitoring &amp; Pengawasan Seluruh Laporan Masuk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✓ Kelola Pengguna (Ubah Role Warga ⇄ Admin)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✓ Kelola Master Kategori Sampah (CRUD)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✓ Kelola Master Data Wilayah Kecamatan (CRUD)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✓ Kelola Fasilitas Daur Ulang (Relasi N:N)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4E3B"/>
                </a:solidFill>
              </a:defRPr>
            </a:pPr>
            <a:r>
              <a:t>PANDUAN WARGA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1. Registrasi Akun Baru &amp; Autentikasi Login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Tata cara pendaftaran akun warga dan masuk ke sistem.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108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📷 Gambar 1: Halaman Registrasi (/register)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Klik ikon gambar / paste screenshot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9204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4E3B"/>
                </a:solidFill>
              </a:defRPr>
            </a:pPr>
            <a:r>
              <a:t>Langkah Registrasi: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1. Buka menu 'Daftar Akun Baru' di pojok kanan atas.</a:t>
            </a:r>
            <a:br/>
            <a:r>
              <a:t>2. Lengkapi Nama Lengkap, Email, No HP, 16 Digit NIK, dan Password.</a:t>
            </a:r>
            <a:br/>
            <a:r>
              <a:t>3. Klik 'Daftar Akun Warga' untuk langsung diarahkan ke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📷 Gambar 2: Halaman Login (/login)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Klik ikon gambar / paste screenshot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89204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9834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4E3B"/>
                </a:solidFill>
              </a:defRPr>
            </a:pPr>
            <a:r>
              <a:t>Langkah Login: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1. Kunjungi menu Masuk (/login).</a:t>
            </a:r>
            <a:br/>
            <a:r>
              <a:t>2. Masukkan alamat email terdaftar dan kata sandi.</a:t>
            </a:r>
            <a:br/>
            <a:r>
              <a:t>3. Akun Demo Warga: user@example.com | Kata Sandi: password123.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4E3B"/>
                </a:solidFill>
              </a:defRPr>
            </a:pPr>
            <a:r>
              <a:t>PANDUAN WARGA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2. Beranda Publik &amp; Dashboard Kontribusi Warga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Monitoring laporan terkini dan ringkasan kontribusi lingkungan.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108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📷 Gambar 3: Beranda Publik (/)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Statistik Publik &amp; Tabel Laporan Terkini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9204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4E3B"/>
                </a:solidFill>
              </a:defRPr>
            </a:pPr>
            <a:r>
              <a:t>Fitur Beranda Publik: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Menampilkan ringkasan total sampah terkelola di seluruh kota.</a:t>
            </a:r>
            <a:br/>
            <a:r>
              <a:t>• Tabel keterbukaan informasi publik dengan sensor privasi nama (Bud***).</a:t>
            </a:r>
            <a:br/>
            <a:r>
              <a:t>• Akses cepat untuk warga mulai melapor.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📷 Gambar 4: Dashboard Warga (/dashboard)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Kartu Statistik &amp; Aksi Cepat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89204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9834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4E3B"/>
                </a:solidFill>
              </a:defRPr>
            </a:pPr>
            <a:r>
              <a:t>Fitur Dashboard Warga: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Kartu Total Laporan Saya, Akumulasi Berat Sampah, &amp; Poin Reward.</a:t>
            </a:r>
            <a:br/>
            <a:r>
              <a:t>• Tombol pintas untuk langsung membuat pengaduan atau setor sampah.</a:t>
            </a:r>
            <a:br/>
            <a:r>
              <a:t>• Informasi sambutan personal warga.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4E3B"/>
                </a:solidFill>
              </a:defRPr>
            </a:pPr>
            <a:r>
              <a:t>PANDUAN WARGA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3. Kirim Pengaduan Sampah (+ Upload Foto 1:1)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Formulir pelaporan tumpukan sampah dan riwayat pengaduan.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108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📷 Gambar 5: Form Laporan Baru (/dashboard/laporan/baru)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Klik ikon gambar / paste screenshot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9204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4E3B"/>
                </a:solidFill>
              </a:defRPr>
            </a:pPr>
            <a:r>
              <a:t>Alur Pembuatan Laporan (1-to-1):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1. Pilih Jenis Sampah &amp; Wilayah Kecamatan.</a:t>
            </a:r>
            <a:br/>
            <a:r>
              <a:t>2. Masukkan Berat Sampah (Wajib &gt; 0 Kg, divalidasi Zod).</a:t>
            </a:r>
            <a:br/>
            <a:r>
              <a:t>3. Lampirkan file foto autentik lalu klik 'Kirim Laporan'.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📷 Gambar 6: Riwayat Laporan Warga (/dashboard/laporan)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Klik ikon gambar / paste screenshot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89204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9834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4E3B"/>
                </a:solidFill>
              </a:defRPr>
            </a:pPr>
            <a:r>
              <a:t>Fitur Riwayat Laporan: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Memantau seluruh histori laporan yang pernah diajukan.</a:t>
            </a:r>
            <a:br/>
            <a:r>
              <a:t>• Dilengkapi tanggal lengkap, status wilayah, dan thumbnail foto bukti.</a:t>
            </a:r>
            <a:br/>
            <a:r>
              <a:t>• Memudahkan verifikasi data saat petugas terjun ke lokasi.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4E3B"/>
                </a:solidFill>
              </a:defRPr>
            </a:pPr>
            <a:r>
              <a:t>PANDUAN WARGA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4. Transaksi Setor Bank Sampah &amp; Pengaturan Akun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Kalkulasi otomatis nilai rupiah/poin dan manajemen profil.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108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📷 Gambar 7: Transaksi Setor Sampah (/dashboard/transaksi)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Klik ikon gambar / paste screenshot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9204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4E3B"/>
                </a:solidFill>
              </a:defRPr>
            </a:pPr>
            <a:r>
              <a:t>Kalkulasi Transaksi Otomatis: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Memilih jenis sampah &amp; memasukkan berat langsung mengkalkulasi harga.</a:t>
            </a:r>
            <a:br/>
            <a:r>
              <a:t>• Sistem menghitung total poin reward (10 poin/kg).</a:t>
            </a:r>
            <a:br/>
            <a:r>
              <a:t>• Transaksi berstatus PENDING hingga divalidasi oleh petugas admin.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📷 Gambar 8: Pengaturan Akun (/dashboard/settings)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Klik ikon gambar / paste screenshot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89204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9834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4E3B"/>
                </a:solidFill>
              </a:defRPr>
            </a:pPr>
            <a:r>
              <a:t>Fitur Pengaturan Profil: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Ubah data profil nama lengkap dan nomor HP aktif.</a:t>
            </a:r>
            <a:br/>
            <a:r>
              <a:t>• Ganti kata sandi akun dengan enkripsi bcrypt yang aman.</a:t>
            </a:r>
            <a:br/>
            <a:r>
              <a:t>• Menampilkan status akun warga terverifikasi.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4E3B"/>
                </a:solidFill>
              </a:defRPr>
            </a:pPr>
            <a:r>
              <a:t>PANDUAN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1. Dashboard Panel Admin &amp; Validasi Transaksi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Pusat komando pengawasan dan persetujuan setoran bank sampah.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108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📷 Gambar 9: Dashboard Admin (/admin)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Klik ikon gambar / paste screenshot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9204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4E3B"/>
                </a:solidFill>
              </a:defRPr>
            </a:pPr>
            <a:r>
              <a:t>Ikhtisar Dashboard Admin: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Ringkasan 4 metrik utama: Total Laporan, Berat (Kg), Transaksi, &amp; Warga.</a:t>
            </a:r>
            <a:br/>
            <a:r>
              <a:t>• Kartu antrean transaksi setor yang menunggu validasi petugas.</a:t>
            </a:r>
            <a:br/>
            <a:r>
              <a:t>• Tautan pintas ke modul kelola operasional.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📷 Gambar 10: Kelola Transaksi (/admin/transaksi)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Klik ikon gambar / paste screenshot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89204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9834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4E3B"/>
                </a:solidFill>
              </a:defRPr>
            </a:pPr>
            <a:r>
              <a:t>Alur Verifikasi Transaksi: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Admin memeriksa kesesuaian sampah yang disetor oleh warga.</a:t>
            </a:r>
            <a:br/>
            <a:r>
              <a:t>• Tombol Selesai (Hijau): Menyetujui dan mencairkan poin/saldo warga.</a:t>
            </a:r>
            <a:br/>
            <a:r>
              <a:t>• Tombol Tolak (Merah): Membatalkan transaksi jika sampah tidak layak.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4E3B"/>
                </a:solidFill>
              </a:defRPr>
            </a:pPr>
            <a:r>
              <a:t>PANDUAN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2. Manajemen Semua Laporan &amp; Delegasi Pengguna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Monitoring seluruh laporan sekota dan pengaturan wewenang hak akses.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108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📷 Gambar 11: Semua Laporan Masuk (/admin/laporan)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Klik ikon gambar / paste screenshot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9204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4E3B"/>
                </a:solidFill>
              </a:defRPr>
            </a:pPr>
            <a:r>
              <a:t>Monitoring Laporan Publik: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Admin dapat melihat semua laporan dari seluruh kecamatan.</a:t>
            </a:r>
            <a:br/>
            <a:r>
              <a:t>• Menampilkan identitas warga pelapor, waktu pelaporan, dan berat.</a:t>
            </a:r>
            <a:br/>
            <a:r>
              <a:t>• Dilengkapi foto bukti asli untuk verifikasi ke lapangan.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📷 Gambar 12: Kelola Pengguna (/admin/users)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Klik ikon gambar / paste screenshot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89204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9834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4E3B"/>
                </a:solidFill>
              </a:defRPr>
            </a:pPr>
            <a:r>
              <a:t>Fitur Kelola Pengguna: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Menampilkan daftar seluruh akun warga dan petugas.</a:t>
            </a:r>
            <a:br/>
            <a:r>
              <a:t>• Fitur Switch Role: Klik 'Jadikan Admin' atau 'Jadikan Warga'.</a:t>
            </a:r>
            <a:br/>
            <a:r>
              <a:t>• Perubahan hak akses berlaku secara instan via Server 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4E3B"/>
                </a:solidFill>
              </a:defRPr>
            </a:pPr>
            <a:r>
              <a:t>PANDUAN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3. Master Data Jenis, Wilayah &amp; Fasilitas (N:N)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Pengelolaan data master dan implementasi relasi Many-to-Many.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108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📷 Gambar 13: Jenis Sampah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/admin/jenis-sampah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92040"/>
            <a:ext cx="3383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4E3B"/>
                </a:solidFill>
              </a:defRPr>
            </a:pPr>
            <a:r>
              <a:t>Master Jenis Sampah: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Tambah kategori sampah baru.</a:t>
            </a:r>
            <a:br/>
            <a:r>
              <a:t>• Hapus kategori yang tidak aktif.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108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📷 Gambar 14: Master Wilayah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/admin/wilayah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892040"/>
            <a:ext cx="3383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49834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4E3B"/>
                </a:solidFill>
              </a:defRPr>
            </a:pPr>
            <a:r>
              <a:t>Master Wilayah: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Tambah data kecamatan baru.</a:t>
            </a:r>
            <a:br/>
            <a:r>
              <a:t>• Pemetaan area jangkauan bank sampah.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3108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📷 Gambar 15: Fasilitas (N:N)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/admin/fasilitas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892040"/>
            <a:ext cx="3383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49834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4E3B"/>
                </a:solidFill>
              </a:defRPr>
            </a:pPr>
            <a:r>
              <a:t>Fasilitas (Many-to-Many):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Relasi N-to-N Fasilitas &amp; Jenis.</a:t>
            </a:r>
            <a:br/>
            <a:r>
              <a:t>• Satu fasilitas menampung banyak jenis.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4E3B"/>
                </a:solidFill>
              </a:defRPr>
            </a:pPr>
            <a:r>
              <a:t>ARSITEKTUR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Struktur Database Relasional &amp; Relasi Prisma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Implementasi relasi 1:1, 1:N, dan N:N sesuai spesifikasi tugas 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64E3B"/>
                </a:solidFill>
              </a:defRPr>
            </a:pPr>
            <a:r>
              <a:t>📊 DAFTAR RELASI ENTITAS (ERD)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1. Relasi One-to-One (1-to-1):</a:t>
            </a:r>
            <a:br/>
            <a:r>
              <a:t>• LaporanSampah ↔ FotoSampah (Tiap laporan terikat 1 foto bukti via FK laporanId unik).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2. Relasi One-to-Many (1-to-N):</a:t>
            </a:r>
            <a:br/>
            <a:r>
              <a:t>• User → LaporanSampah (1 user memiliki banyak laporan).</a:t>
            </a:r>
            <a:br/>
            <a:r>
              <a:t>• User → TransaksiSampah (1 user memiliki banyak transaksi setor).</a:t>
            </a:r>
            <a:br/>
            <a:r>
              <a:t>• JenisSampah &amp; Wilayah → Laporan &amp; Transaksi.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3. Relasi Many-to-Many (N-to-N):</a:t>
            </a:r>
            <a:br/>
            <a:r>
              <a:t>• Fasilitas ↔ JenisSampah (Fasilitas menampung banyak jenis, jenis sampah diproses di banyak fasilitas).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64E3B"/>
                </a:solidFill>
              </a:defRPr>
            </a:pPr>
            <a:r>
              <a:t>🛡️ FITUR KEAMANAN &amp; INTEGRITAS DATA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• Enkripsi Kata Sandi: Menggunakan algoritma Bcrypt (10 salt rounds) untuk proteksi kredensial.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• JWT HTTP-Only Cookies: Sesi disimpan aman di browser mencegah serangan XSS.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• Validasi Input Zod: Menjamin berat &gt; 0 kg, NIK 16 digit, dan validitas format email.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• Prisma Atomic Transactions: Memastikan pembuatan data laporan dan berkas foto tersimpan utuh.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TERIMA KASIH</a:t>
            </a:r>
          </a:p>
          <a:p>
            <a:pPr algn="ctr">
              <a:defRPr sz="1600">
                <a:solidFill>
                  <a:srgbClr val="D1FAE5"/>
                </a:solidFill>
              </a:defRPr>
            </a:pPr>
            <a:r>
              <a:t>Sistem Informasi Pengelolaan &amp; Bank Sampah (Peduli Sampah)</a:t>
            </a:r>
            <a:br/>
            <a:r>
              <a:t>Dokumen Buku Panduan Pengguna (User Manual) UTS Pemrograman Web</a:t>
            </a:r>
          </a:p>
          <a:p>
            <a:br/>
            <a:pPr algn="ctr">
              <a:defRPr sz="1300">
                <a:solidFill>
                  <a:srgbClr val="FFFFFF"/>
                </a:solidFill>
              </a:defRPr>
            </a:pPr>
            <a:r>
              <a:t>Pengembang: Muhammad Habibi El Islami</a:t>
            </a:r>
            <a:br/>
            <a:r>
              <a:t>GitHub: https://github.com/MuhHabibi21/pengelolaan-sampah</a:t>
            </a:r>
            <a:br/>
            <a:r>
              <a:t>Live Website: https://pengelolaan-sampah-beta.vercel.app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